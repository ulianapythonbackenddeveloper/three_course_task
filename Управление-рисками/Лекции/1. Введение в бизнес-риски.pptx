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39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4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6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39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98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14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66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5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43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9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67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260F53-D510-476F-A921-50A67B4C948E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824AE93-024E-49B0-BD96-51CCA290A45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11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307EF-25F8-4B3C-94D5-7BCB8328A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Введение в бизнес-риски</a:t>
            </a:r>
            <a:endParaRPr lang="ru-RU" sz="6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30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2AC05-046F-49E5-B12C-BC6429AF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Что такое бизнес-риски?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5B866-56B7-4EF0-ACE4-28F47062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Бизнес-риски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вероятность того, что события или действия, связанные с ведением бизнеса, приведут к финансовым потерям или убыткам.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 бизнес-рисков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понесения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убытков или возникновения препятствий на пути к достижению поставленных целей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 бизнес-рискам относят все негативные обстоятельства, связанные с финансовыми операциями, производством товаров и услуг, а также их реализацией. </a:t>
            </a:r>
          </a:p>
          <a:p>
            <a:pPr algn="l"/>
            <a:r>
              <a:rPr lang="ru-RU" b="0" i="0" u="sng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рисков: 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 расходов, снижение спроса, форс-мажорные обстоятельства, неплатёжеспособность покупателей.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7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9A943-726C-4E2D-BE94-EE818DD5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Значимость бизнес-рисков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A69DA8-2AE3-45D8-B516-C2F69CC73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риски оказывают в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лияние на: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Прибыльность компании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Степень конкуренции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Финансовую устойчивость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их учета для нормального функционирования организации:</a:t>
            </a: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Идентификация рисков. </a:t>
            </a:r>
          </a:p>
          <a:p>
            <a:pPr algn="l">
              <a:buFont typeface="+mj-lt"/>
              <a:buAutoNum type="arabicPeriod"/>
            </a:pPr>
            <a:r>
              <a:rPr lang="ru-RU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Оценка последствий. </a:t>
            </a:r>
          </a:p>
          <a:p>
            <a:pPr algn="l">
              <a:buFont typeface="+mj-lt"/>
              <a:buAutoNum type="arabicPeriod"/>
            </a:pPr>
            <a:r>
              <a:rPr lang="ru-RU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мониторинга и контроля. </a:t>
            </a:r>
          </a:p>
          <a:p>
            <a:pPr algn="l">
              <a:buFont typeface="+mj-lt"/>
              <a:buAutoNum type="arabicPeriod"/>
            </a:pPr>
            <a:r>
              <a:rPr lang="ru-RU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Формирование культуры риск-менеджмента. </a:t>
            </a:r>
          </a:p>
          <a:p>
            <a:pPr marL="0" indent="0" algn="l">
              <a:buNone/>
            </a:pPr>
            <a:endParaRPr lang="ru-RU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0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D5464-B3C0-46A6-9D64-CDE7DCA4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Финансовые риски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B37F19-1E82-4CEC-A4C8-0CD7E0FC6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5734"/>
            <a:ext cx="11506200" cy="4440766"/>
          </a:xfrm>
        </p:spPr>
        <p:txBody>
          <a:bodyPr>
            <a:normAutofit lnSpcReduction="10000"/>
          </a:bodyPr>
          <a:lstStyle/>
          <a:p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Валютные риски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опасность финансовых убытков из-за изменений курса валюты платежа при торговых, кредитных, валютных и других операциях. Чаще всего с таким видом риска сталкиваются компании, которые ведут расчёты в различных валютах. Из-за резкого изменения курса компания может столкнуться с необходимостью изменить сумму платежа, чтобы компенсировать валютную разницу. </a:t>
            </a:r>
          </a:p>
          <a:p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Кредитные риски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вероятность того, что заёмщик не выполнит свои обязательства по кредиту вовремя или вовсе откажется от их исполнения. Это может привести к потерям для кредитора. Кредитные риски могут быть связаны как с корпоративными, так и с личными займами.</a:t>
            </a:r>
          </a:p>
          <a:p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Ликвидные риски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возникают, когда у компании или человека нет достаточных средств для выполнения своих финансовых обязательств. Это может произойти, если активы не могут быть быстро проданы или конвертированы в наличные деньги без значительных потерь в стоимости.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3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882E4-0DFD-42B2-A75C-234618BE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бизнес-рисков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08CF9-E885-4E71-9D7E-0E18F679A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7360"/>
            <a:ext cx="12192000" cy="4450292"/>
          </a:xfrm>
        </p:spPr>
        <p:txBody>
          <a:bodyPr>
            <a:noAutofit/>
          </a:bodyPr>
          <a:lstStyle/>
          <a:p>
            <a:pPr algn="l"/>
            <a:r>
              <a:rPr lang="ru-RU" sz="19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Операционный риск</a:t>
            </a:r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риск убытка, который может возникнуть из-за неадекватных или ошибочных внутренних процессов, действий сотрудников и систем, а также внешних событий. </a:t>
            </a:r>
          </a:p>
          <a:p>
            <a:pPr algn="l"/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виды операционных рисков и их примеры: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9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Риск персонала</a:t>
            </a:r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Потенциальные потери, вызванные ошибками или противоправными действиями сотрудников организации. Примеры: халатность или недостаточная квалификация работников, мошенничество, нарушение трудового законодательства.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9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Риск процесса</a:t>
            </a:r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Связан с недостатками или ошибками в операционных процессах организации. Примеры: ошибки в проведении операций, расчётах, учёте или отчётности, неэффективные или устаревшие бизнес-процессы.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9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Риск систем</a:t>
            </a:r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Охватывает потенциальные потери из-за сбоев или недостатков информационных технологий и систем, используемых организацией. Примеры: сбои в работе программного обеспечения или оборудования, кибератаки, недостатки в разработке, тестировании или обслуживании систем.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9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Риск внешних событий</a:t>
            </a:r>
            <a:r>
              <a:rPr lang="ru-RU" sz="19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Связан с потерями, вызванными факторами, находящимися вне контроля организации. Примеры: стихийные бедствия, преступные действия третьих лиц, изменения в законодательстве или регулировании.</a:t>
            </a:r>
          </a:p>
          <a:p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57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46E6438-EE6F-45CD-B06D-D718E30E9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845734"/>
            <a:ext cx="11715750" cy="4440766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Стратегические риски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потенциальные угрозы для бизнеса, которые могут привести к непредвиденным трудностям.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виды стратегических рисков: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Риски, связанные с конкурентной средой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сокращение прибыльности в отрасли, появление уникального конкурента, изменение предпочтений клиентов. Для компенсации таких рисков компании могут переходить от преимущественно конкурентных отношений к взаимодействию на базе сотрудничества.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Изменения в законодательстве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Новые нормы могут потребовать проведения значительных изменений в работе компании. Изменения в налоговом законодательстве, например, могут привести к потерям для неподготовленного бизнеса.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Технологические изменения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Кибератаки, сбои в работе информационных систем или устаревание технологий могут существенно повлиять на производственные процессы и безопасность данных. 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F4467BE-6987-4316-942B-29B4074F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 algn="ctr"/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бизнес-рисков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58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67073-12CF-4585-952F-28A7195C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Роль управления рисками для бизнеса</a:t>
            </a:r>
            <a:endParaRPr lang="ru-RU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C941EE-7EE1-43BC-BCFD-7BD31E50E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" y="1845733"/>
            <a:ext cx="12030075" cy="4412191"/>
          </a:xfrm>
        </p:spPr>
        <p:txBody>
          <a:bodyPr>
            <a:normAutofit lnSpcReduction="10000"/>
          </a:bodyPr>
          <a:lstStyle/>
          <a:p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рисками помогает: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Предотвратить потери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Выявляя и устраняя потенциальные риски, компания может сократить случаи непредвиденных финансовых потерь из-за сбоев в работе, юридических обязательств или внешних событий.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Обезопасить активы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Внедрение надёжных систем управления рисками и стратегий реагирования на кризисные ситуации повышает способность организации противостоять неожиданным сбоям в работе, что позволяет сохранить критически важные операции и минимизировать время простоя, защищая активы и репутацию компании.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Сохранить стабильность бизнеса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Управление рисками позволяет увеличить устойчивость организации даже под влиянием внешних факторов. Например, заранее запланированные мероприятия или своевременное принятие решений позволяют адаптироваться к переменам, что косвенно помогает снизить риск потерь. </a:t>
            </a:r>
          </a:p>
          <a:p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64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73424-8634-4161-8DD5-AEC653D7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Управление рисками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79AF64-1E7A-496C-A843-DAEA1F7F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" y="1737361"/>
            <a:ext cx="12030075" cy="45586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эффективного управления рисками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согласно ГОСТ Р ИСО 31000-2019: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Интегрированность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Менеджмент риска является неотъемлемой частью всей деятельности организации.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Структурированность и комплексность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Структурированный и комплексный подход к менеджменту риска способствует согласованным и сопоставимым результатам.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Адаптированность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Структура и процесс менеджмента риска настраиваются и соразмерны внешней и внутренней среде организации, её целям.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Вовлечённость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Заключается в надлежащем и своевременном участии причастных сторон, что позволяет учитывать их знания, взгляды и мнения.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Динамичность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Риски могут возникать, меняться или исчезать по мере изменения внешней и внутренней среды организации.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Базирование на наилучшей доступной информации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качестве исходных данных используются исторические и текущие данные, а также прогнозные ожидания.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Учёт поведенческих и культурных факторов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Поведение и культура человека существенно влияют на все аспекты менеджмента риска на каждом уровне и этапе.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b="1" i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Непрерывное 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Менеджмент риска постоянно улучшается благодаря обучению и накоплению опыта.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416367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</TotalTime>
  <Words>841</Words>
  <Application>Microsoft Office PowerPoint</Application>
  <PresentationFormat>Широкоэкранный</PresentationFormat>
  <Paragraphs>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Roboto</vt:lpstr>
      <vt:lpstr>Times New Roman</vt:lpstr>
      <vt:lpstr>Ретро</vt:lpstr>
      <vt:lpstr>Введение в бизнес-риски</vt:lpstr>
      <vt:lpstr>Что такое бизнес-риски?</vt:lpstr>
      <vt:lpstr>Значимость бизнес-рисков</vt:lpstr>
      <vt:lpstr>Финансовые риски</vt:lpstr>
      <vt:lpstr>Классификация бизнес-рисков </vt:lpstr>
      <vt:lpstr>Классификация бизнес-рисков </vt:lpstr>
      <vt:lpstr>Роль управления рисками для бизнеса</vt:lpstr>
      <vt:lpstr>Управление рисками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бизнес-риски</dc:title>
  <dc:creator>Admin</dc:creator>
  <cp:lastModifiedBy>Admin</cp:lastModifiedBy>
  <cp:revision>8</cp:revision>
  <dcterms:created xsi:type="dcterms:W3CDTF">2025-07-25T13:06:40Z</dcterms:created>
  <dcterms:modified xsi:type="dcterms:W3CDTF">2025-07-25T13:41:26Z</dcterms:modified>
</cp:coreProperties>
</file>